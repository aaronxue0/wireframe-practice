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91"/>
  </p:normalViewPr>
  <p:slideViewPr>
    <p:cSldViewPr snapToGrid="0" snapToObjects="1">
      <p:cViewPr varScale="1">
        <p:scale>
          <a:sx n="90" d="100"/>
          <a:sy n="90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68F5B97-F724-5B41-8E5A-B4CD71D64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046" y="0"/>
            <a:ext cx="6067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80B27B-1C87-184F-9318-759307BF2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046" y="0"/>
            <a:ext cx="6067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6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CBC2F0-54A6-E648-87B9-6BEA8E129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046" y="0"/>
            <a:ext cx="6067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555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a:style>
    </a:spDef>
  </a:objectDefaults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Starry Web Design</dc:title>
  <dc:creator>度 態</dc:creator>
  <cp:lastModifiedBy>度 態</cp:lastModifiedBy>
  <cp:revision>4</cp:revision>
  <dcterms:created xsi:type="dcterms:W3CDTF">2020-04-21T20:59:40Z</dcterms:created>
  <dcterms:modified xsi:type="dcterms:W3CDTF">2020-04-21T21:24:55Z</dcterms:modified>
</cp:coreProperties>
</file>