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291"/>
  </p:normalViewPr>
  <p:slideViewPr>
    <p:cSldViewPr snapToGrid="0" snapToObjects="1">
      <p:cViewPr varScale="1">
        <p:scale>
          <a:sx n="90" d="100"/>
          <a:sy n="90" d="100"/>
        </p:scale>
        <p:origin x="232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4/22/20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4/22/20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08A05-D047-0840-9580-908A3ECE84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Starry</a:t>
            </a:r>
            <a:r>
              <a:rPr lang="zh-TW" altLang="en-US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 </a:t>
            </a:r>
            <a:r>
              <a:rPr lang="en-US" altLang="zh-TW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Web</a:t>
            </a:r>
            <a:r>
              <a:rPr lang="zh-TW" altLang="en-US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 </a:t>
            </a:r>
            <a:r>
              <a:rPr lang="en-US" altLang="zh-TW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Design</a:t>
            </a:r>
            <a:endParaRPr lang="en-TW" dirty="0">
              <a:latin typeface="Noto Sans CJK TC" panose="020B0500000000000000" pitchFamily="34" charset="-128"/>
              <a:ea typeface="Noto Sans CJK TC" panose="020B0500000000000000" pitchFamily="34" charset="-12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86ABFE-93A6-1E44-9704-9CC2225A6D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薛賀升</a:t>
            </a:r>
            <a:endParaRPr lang="en-TW" dirty="0">
              <a:latin typeface="Noto Sans CJK TC" panose="020B0500000000000000" pitchFamily="34" charset="-128"/>
              <a:ea typeface="Noto Sans CJK TC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592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7A9F20-6707-3143-836B-E84C1D77B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41" y="278524"/>
            <a:ext cx="5575035" cy="630095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D0F8F1A-2BC3-4E49-B36F-19F8FFE032B6}"/>
              </a:ext>
            </a:extLst>
          </p:cNvPr>
          <p:cNvSpPr/>
          <p:nvPr/>
        </p:nvSpPr>
        <p:spPr>
          <a:xfrm>
            <a:off x="611875" y="1002261"/>
            <a:ext cx="5044965" cy="2140989"/>
          </a:xfrm>
          <a:prstGeom prst="rect">
            <a:avLst/>
          </a:prstGeom>
          <a:solidFill>
            <a:schemeClr val="accent5">
              <a:lumMod val="40000"/>
              <a:lumOff val="60000"/>
              <a:alpha val="49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TW">
              <a:latin typeface="Noto Sans CJK TC" panose="020B0500000000000000" pitchFamily="34" charset="-128"/>
              <a:ea typeface="Noto Sans CJK TC" panose="020B0500000000000000" pitchFamily="34" charset="-128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B754E37-70B1-2C48-8C23-4A435E1BA409}"/>
              </a:ext>
            </a:extLst>
          </p:cNvPr>
          <p:cNvSpPr/>
          <p:nvPr/>
        </p:nvSpPr>
        <p:spPr>
          <a:xfrm>
            <a:off x="777766" y="157655"/>
            <a:ext cx="241738" cy="2417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1</a:t>
            </a:r>
            <a:endParaRPr lang="en-TW" dirty="0">
              <a:latin typeface="Noto Sans CJK TC" panose="020B0500000000000000" pitchFamily="34" charset="-128"/>
              <a:ea typeface="Noto Sans CJK TC" panose="020B0500000000000000" pitchFamily="34" charset="-128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BE623C1-DD64-9042-9098-39EE9C757D03}"/>
              </a:ext>
            </a:extLst>
          </p:cNvPr>
          <p:cNvSpPr/>
          <p:nvPr/>
        </p:nvSpPr>
        <p:spPr>
          <a:xfrm>
            <a:off x="1371600" y="6458606"/>
            <a:ext cx="241738" cy="2417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2</a:t>
            </a:r>
            <a:endParaRPr lang="en-TW" dirty="0">
              <a:latin typeface="Noto Sans CJK TC" panose="020B0500000000000000" pitchFamily="34" charset="-128"/>
              <a:ea typeface="Noto Sans CJK TC" panose="020B0500000000000000" pitchFamily="34" charset="-128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7F310B-C071-504E-B1A4-89557051F5C2}"/>
              </a:ext>
            </a:extLst>
          </p:cNvPr>
          <p:cNvSpPr/>
          <p:nvPr/>
        </p:nvSpPr>
        <p:spPr>
          <a:xfrm>
            <a:off x="5129048" y="6398172"/>
            <a:ext cx="241738" cy="2417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3</a:t>
            </a:r>
            <a:endParaRPr lang="en-TW" dirty="0">
              <a:latin typeface="Noto Sans CJK TC" panose="020B0500000000000000" pitchFamily="34" charset="-128"/>
              <a:ea typeface="Noto Sans CJK TC" panose="020B0500000000000000" pitchFamily="34" charset="-128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7DCAA5-FEB1-A04E-A464-AD5A8A550FBF}"/>
              </a:ext>
            </a:extLst>
          </p:cNvPr>
          <p:cNvCxnSpPr/>
          <p:nvPr/>
        </p:nvCxnSpPr>
        <p:spPr>
          <a:xfrm>
            <a:off x="5729288" y="520262"/>
            <a:ext cx="5408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16432FA-C9DD-214D-9318-48B8363D3A0C}"/>
              </a:ext>
            </a:extLst>
          </p:cNvPr>
          <p:cNvSpPr txBox="1"/>
          <p:nvPr/>
        </p:nvSpPr>
        <p:spPr>
          <a:xfrm>
            <a:off x="6352801" y="335596"/>
            <a:ext cx="164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主導覽列</a:t>
            </a:r>
            <a:endParaRPr lang="en-TW" dirty="0">
              <a:latin typeface="Noto Sans CJK TC" panose="020B0500000000000000" pitchFamily="34" charset="-128"/>
              <a:ea typeface="Noto Sans CJK TC" panose="020B0500000000000000" pitchFamily="34" charset="-128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3E50C05-50BA-7B4C-8620-40EC1E759016}"/>
              </a:ext>
            </a:extLst>
          </p:cNvPr>
          <p:cNvCxnSpPr/>
          <p:nvPr/>
        </p:nvCxnSpPr>
        <p:spPr>
          <a:xfrm>
            <a:off x="5729288" y="1701362"/>
            <a:ext cx="5408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7787299-F392-D341-8DC6-21F0BADF75F8}"/>
              </a:ext>
            </a:extLst>
          </p:cNvPr>
          <p:cNvSpPr txBox="1"/>
          <p:nvPr/>
        </p:nvSpPr>
        <p:spPr>
          <a:xfrm>
            <a:off x="6352801" y="1516696"/>
            <a:ext cx="164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主遊戲宣傳</a:t>
            </a:r>
            <a:endParaRPr lang="en-TW" dirty="0">
              <a:latin typeface="Noto Sans CJK TC" panose="020B0500000000000000" pitchFamily="34" charset="-128"/>
              <a:ea typeface="Noto Sans CJK TC" panose="020B0500000000000000" pitchFamily="34" charset="-128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E85B47D-6C33-1E4A-BA0A-2AB4BC01EEC2}"/>
              </a:ext>
            </a:extLst>
          </p:cNvPr>
          <p:cNvCxnSpPr/>
          <p:nvPr/>
        </p:nvCxnSpPr>
        <p:spPr>
          <a:xfrm>
            <a:off x="5729288" y="4254062"/>
            <a:ext cx="5408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2FAEC49-DD24-5542-8291-989F54AD859D}"/>
              </a:ext>
            </a:extLst>
          </p:cNvPr>
          <p:cNvSpPr txBox="1"/>
          <p:nvPr/>
        </p:nvSpPr>
        <p:spPr>
          <a:xfrm>
            <a:off x="6352801" y="4069396"/>
            <a:ext cx="1262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最新活動、產品消息</a:t>
            </a:r>
            <a:endParaRPr lang="en-TW" dirty="0">
              <a:latin typeface="Noto Sans CJK TC" panose="020B0500000000000000" pitchFamily="34" charset="-128"/>
              <a:ea typeface="Noto Sans CJK TC" panose="020B0500000000000000" pitchFamily="34" charset="-128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F0EF682-AC13-D844-B370-4AF520058BA6}"/>
              </a:ext>
            </a:extLst>
          </p:cNvPr>
          <p:cNvCxnSpPr/>
          <p:nvPr/>
        </p:nvCxnSpPr>
        <p:spPr>
          <a:xfrm>
            <a:off x="5729288" y="6273940"/>
            <a:ext cx="5408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06EED6A-8D89-FF4E-A909-F28D4F958F98}"/>
              </a:ext>
            </a:extLst>
          </p:cNvPr>
          <p:cNvSpPr txBox="1"/>
          <p:nvPr/>
        </p:nvSpPr>
        <p:spPr>
          <a:xfrm>
            <a:off x="6352801" y="6089274"/>
            <a:ext cx="164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功能</a:t>
            </a:r>
            <a:endParaRPr lang="en-TW" dirty="0">
              <a:latin typeface="Noto Sans CJK TC" panose="020B0500000000000000" pitchFamily="34" charset="-128"/>
              <a:ea typeface="Noto Sans CJK TC" panose="020B0500000000000000" pitchFamily="34" charset="-128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DBE9D98-A581-9B41-A031-2B60A26DA11E}"/>
              </a:ext>
            </a:extLst>
          </p:cNvPr>
          <p:cNvSpPr/>
          <p:nvPr/>
        </p:nvSpPr>
        <p:spPr>
          <a:xfrm>
            <a:off x="7995863" y="2735974"/>
            <a:ext cx="241738" cy="2417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1</a:t>
            </a:r>
            <a:endParaRPr lang="en-TW" dirty="0">
              <a:latin typeface="Noto Sans CJK TC" panose="020B0500000000000000" pitchFamily="34" charset="-128"/>
              <a:ea typeface="Noto Sans CJK TC" panose="020B0500000000000000" pitchFamily="34" charset="-12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D8D167-F626-BB4E-A699-08EAEA0EA3CA}"/>
              </a:ext>
            </a:extLst>
          </p:cNvPr>
          <p:cNvSpPr txBox="1"/>
          <p:nvPr/>
        </p:nvSpPr>
        <p:spPr>
          <a:xfrm>
            <a:off x="8309039" y="2672177"/>
            <a:ext cx="164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品牌</a:t>
            </a:r>
            <a:r>
              <a:rPr lang="en-US" altLang="zh-TW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ICON</a:t>
            </a:r>
            <a:endParaRPr lang="en-TW" dirty="0">
              <a:latin typeface="Noto Sans CJK TC" panose="020B0500000000000000" pitchFamily="34" charset="-128"/>
              <a:ea typeface="Noto Sans CJK TC" panose="020B0500000000000000" pitchFamily="34" charset="-128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0F8013A-85DC-EC4D-8AC7-B4E26D690745}"/>
              </a:ext>
            </a:extLst>
          </p:cNvPr>
          <p:cNvSpPr/>
          <p:nvPr/>
        </p:nvSpPr>
        <p:spPr>
          <a:xfrm>
            <a:off x="7995863" y="3420147"/>
            <a:ext cx="241738" cy="2417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4865A8-E082-FB48-89FA-F1E368F16C26}"/>
              </a:ext>
            </a:extLst>
          </p:cNvPr>
          <p:cNvSpPr txBox="1"/>
          <p:nvPr/>
        </p:nvSpPr>
        <p:spPr>
          <a:xfrm>
            <a:off x="8309039" y="3356350"/>
            <a:ext cx="164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品牌</a:t>
            </a:r>
            <a:r>
              <a:rPr lang="en-US" altLang="zh-TW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LOGO</a:t>
            </a:r>
            <a:endParaRPr lang="en-TW" dirty="0">
              <a:latin typeface="Noto Sans CJK TC" panose="020B0500000000000000" pitchFamily="34" charset="-128"/>
              <a:ea typeface="Noto Sans CJK TC" panose="020B0500000000000000" pitchFamily="34" charset="-128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A63F42D-6085-424A-A347-6AA3A3FFC7BC}"/>
              </a:ext>
            </a:extLst>
          </p:cNvPr>
          <p:cNvSpPr/>
          <p:nvPr/>
        </p:nvSpPr>
        <p:spPr>
          <a:xfrm>
            <a:off x="7995863" y="4192548"/>
            <a:ext cx="241738" cy="2417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1A9E61-74E8-A64B-8DC1-C015AEB8537E}"/>
              </a:ext>
            </a:extLst>
          </p:cNvPr>
          <p:cNvSpPr txBox="1"/>
          <p:nvPr/>
        </p:nvSpPr>
        <p:spPr>
          <a:xfrm>
            <a:off x="8309039" y="4128751"/>
            <a:ext cx="164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社群網站連結</a:t>
            </a:r>
            <a:endParaRPr lang="en-TW" dirty="0">
              <a:latin typeface="Noto Sans CJK TC" panose="020B0500000000000000" pitchFamily="34" charset="-128"/>
              <a:ea typeface="Noto Sans CJK TC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8226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AB7FB9-8DFA-4644-AAE9-2735A4E41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092" y="0"/>
            <a:ext cx="6067908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ED10EB3B-675A-4842-85E3-BBE968A6FAA8}"/>
              </a:ext>
            </a:extLst>
          </p:cNvPr>
          <p:cNvSpPr/>
          <p:nvPr/>
        </p:nvSpPr>
        <p:spPr>
          <a:xfrm>
            <a:off x="549166" y="629142"/>
            <a:ext cx="241738" cy="2417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1</a:t>
            </a:r>
            <a:endParaRPr lang="en-TW" dirty="0">
              <a:latin typeface="Noto Sans CJK TC" panose="020B0500000000000000" pitchFamily="34" charset="-128"/>
              <a:ea typeface="Noto Sans CJK TC" panose="020B0500000000000000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30EBE4-5064-4F4B-BA4C-719BB566B634}"/>
              </a:ext>
            </a:extLst>
          </p:cNvPr>
          <p:cNvSpPr txBox="1"/>
          <p:nvPr/>
        </p:nvSpPr>
        <p:spPr>
          <a:xfrm>
            <a:off x="900113" y="565345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色彩</a:t>
            </a:r>
            <a:endParaRPr lang="en-TW" dirty="0">
              <a:latin typeface="Noto Sans CJK TC" panose="020B0500000000000000" pitchFamily="34" charset="-128"/>
              <a:ea typeface="Noto Sans CJK TC" panose="020B0500000000000000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4993E7-A021-154D-A7AA-A555D7DA2DBE}"/>
              </a:ext>
            </a:extLst>
          </p:cNvPr>
          <p:cNvSpPr/>
          <p:nvPr/>
        </p:nvSpPr>
        <p:spPr>
          <a:xfrm>
            <a:off x="385024" y="1243012"/>
            <a:ext cx="1030178" cy="103017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TW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3854B7-CE1D-9D47-BCCA-6301D2595516}"/>
              </a:ext>
            </a:extLst>
          </p:cNvPr>
          <p:cNvSpPr txBox="1"/>
          <p:nvPr/>
        </p:nvSpPr>
        <p:spPr>
          <a:xfrm>
            <a:off x="265838" y="2371897"/>
            <a:ext cx="2414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R:255,</a:t>
            </a:r>
            <a:r>
              <a:rPr lang="zh-TW" altLang="en-US" dirty="0"/>
              <a:t> </a:t>
            </a:r>
            <a:r>
              <a:rPr lang="en-US" altLang="zh-TW" dirty="0"/>
              <a:t>G:255,</a:t>
            </a:r>
            <a:r>
              <a:rPr lang="zh-TW" altLang="en-US" dirty="0"/>
              <a:t> </a:t>
            </a:r>
            <a:r>
              <a:rPr lang="en-US" altLang="zh-TW" dirty="0"/>
              <a:t>B:255</a:t>
            </a:r>
            <a:endParaRPr lang="en-TW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260E6BA-4C5B-1B41-ADFD-371D94AA8EA8}"/>
              </a:ext>
            </a:extLst>
          </p:cNvPr>
          <p:cNvSpPr/>
          <p:nvPr/>
        </p:nvSpPr>
        <p:spPr>
          <a:xfrm>
            <a:off x="549166" y="2967529"/>
            <a:ext cx="241738" cy="2417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2</a:t>
            </a:r>
            <a:endParaRPr lang="en-TW" dirty="0">
              <a:latin typeface="Noto Sans CJK TC" panose="020B0500000000000000" pitchFamily="34" charset="-128"/>
              <a:ea typeface="Noto Sans CJK TC" panose="020B0500000000000000" pitchFamily="34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B4166E-6E47-2241-867B-4213149E9CE7}"/>
              </a:ext>
            </a:extLst>
          </p:cNvPr>
          <p:cNvSpPr txBox="1"/>
          <p:nvPr/>
        </p:nvSpPr>
        <p:spPr>
          <a:xfrm>
            <a:off x="790904" y="2903732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視覺反饋</a:t>
            </a:r>
            <a:endParaRPr lang="en-TW" dirty="0">
              <a:latin typeface="Noto Sans CJK TC" panose="020B0500000000000000" pitchFamily="34" charset="-128"/>
              <a:ea typeface="Noto Sans CJK TC" panose="020B0500000000000000" pitchFamily="34" charset="-12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16E59E-AE52-5F40-A5BC-C73A7F9FE202}"/>
              </a:ext>
            </a:extLst>
          </p:cNvPr>
          <p:cNvSpPr/>
          <p:nvPr/>
        </p:nvSpPr>
        <p:spPr>
          <a:xfrm>
            <a:off x="899374" y="3813856"/>
            <a:ext cx="458678" cy="201453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TW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2321CC-20F5-1E4C-A1CB-7F777317B80A}"/>
              </a:ext>
            </a:extLst>
          </p:cNvPr>
          <p:cNvSpPr/>
          <p:nvPr/>
        </p:nvSpPr>
        <p:spPr>
          <a:xfrm>
            <a:off x="899374" y="4485368"/>
            <a:ext cx="458678" cy="671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TW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1B8969-71B4-B740-BBE6-59928750E251}"/>
              </a:ext>
            </a:extLst>
          </p:cNvPr>
          <p:cNvSpPr/>
          <p:nvPr/>
        </p:nvSpPr>
        <p:spPr>
          <a:xfrm>
            <a:off x="899374" y="3813856"/>
            <a:ext cx="458678" cy="6715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TW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247C43-B9A5-FA4B-BC8F-ABDF069DBD4A}"/>
              </a:ext>
            </a:extLst>
          </p:cNvPr>
          <p:cNvSpPr/>
          <p:nvPr/>
        </p:nvSpPr>
        <p:spPr>
          <a:xfrm>
            <a:off x="899374" y="5156880"/>
            <a:ext cx="458678" cy="6715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TW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57E602-E382-3948-90DD-B4811E640F84}"/>
              </a:ext>
            </a:extLst>
          </p:cNvPr>
          <p:cNvSpPr txBox="1"/>
          <p:nvPr/>
        </p:nvSpPr>
        <p:spPr>
          <a:xfrm>
            <a:off x="2500313" y="3891568"/>
            <a:ext cx="1078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Hover</a:t>
            </a:r>
            <a:endParaRPr lang="en-TW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2E5EA1-6386-9041-9CC7-03230D1E271B}"/>
              </a:ext>
            </a:extLst>
          </p:cNvPr>
          <p:cNvSpPr txBox="1"/>
          <p:nvPr/>
        </p:nvSpPr>
        <p:spPr>
          <a:xfrm>
            <a:off x="2500313" y="4588291"/>
            <a:ext cx="1078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Normal</a:t>
            </a:r>
            <a:endParaRPr lang="en-TW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9544A2-BE97-C941-AF97-00AB0CDCD6C7}"/>
              </a:ext>
            </a:extLst>
          </p:cNvPr>
          <p:cNvSpPr txBox="1"/>
          <p:nvPr/>
        </p:nvSpPr>
        <p:spPr>
          <a:xfrm>
            <a:off x="2500313" y="5285014"/>
            <a:ext cx="1078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Pressed</a:t>
            </a:r>
            <a:endParaRPr lang="en-TW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F36A4BF-9F89-2644-9888-D34C35FA2704}"/>
              </a:ext>
            </a:extLst>
          </p:cNvPr>
          <p:cNvSpPr/>
          <p:nvPr/>
        </p:nvSpPr>
        <p:spPr>
          <a:xfrm>
            <a:off x="1473132" y="3888412"/>
            <a:ext cx="928688" cy="45055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Read</a:t>
            </a:r>
            <a:endParaRPr lang="en-TW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CDFCC75-6AE1-104F-BAA4-8F69879A3CF7}"/>
              </a:ext>
            </a:extLst>
          </p:cNvPr>
          <p:cNvSpPr/>
          <p:nvPr/>
        </p:nvSpPr>
        <p:spPr>
          <a:xfrm>
            <a:off x="1473132" y="4588291"/>
            <a:ext cx="928688" cy="45055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Read</a:t>
            </a:r>
            <a:endParaRPr lang="en-TW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A1D5D71-9631-2846-AF71-459D7A5923BA}"/>
              </a:ext>
            </a:extLst>
          </p:cNvPr>
          <p:cNvSpPr/>
          <p:nvPr/>
        </p:nvSpPr>
        <p:spPr>
          <a:xfrm>
            <a:off x="1473132" y="5285014"/>
            <a:ext cx="928688" cy="45055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Read</a:t>
            </a:r>
            <a:endParaRPr lang="en-TW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C3B06A-C676-CE42-A897-82B697DBEE41}"/>
              </a:ext>
            </a:extLst>
          </p:cNvPr>
          <p:cNvSpPr txBox="1"/>
          <p:nvPr/>
        </p:nvSpPr>
        <p:spPr>
          <a:xfrm>
            <a:off x="1591004" y="1243012"/>
            <a:ext cx="29524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使用黑白的簡約風來襯托出電子遊戲抱有現代與科技感的感覺</a:t>
            </a:r>
            <a:endParaRPr lang="en-TW" dirty="0">
              <a:latin typeface="Noto Sans CJK TC" panose="020B0500000000000000" pitchFamily="34" charset="-128"/>
              <a:ea typeface="Noto Sans CJK TC" panose="020B0500000000000000" pitchFamily="34" charset="-128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86AC6E6-B491-6C4D-A791-48CBC9B54C4A}"/>
              </a:ext>
            </a:extLst>
          </p:cNvPr>
          <p:cNvSpPr/>
          <p:nvPr/>
        </p:nvSpPr>
        <p:spPr>
          <a:xfrm>
            <a:off x="3612006" y="2967529"/>
            <a:ext cx="241738" cy="2417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3</a:t>
            </a:r>
            <a:endParaRPr lang="en-TW" dirty="0">
              <a:latin typeface="Noto Sans CJK TC" panose="020B0500000000000000" pitchFamily="34" charset="-128"/>
              <a:ea typeface="Noto Sans CJK TC" panose="020B0500000000000000" pitchFamily="34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4F3E56-A41A-BD4A-AD0A-E553352A0787}"/>
              </a:ext>
            </a:extLst>
          </p:cNvPr>
          <p:cNvSpPr txBox="1"/>
          <p:nvPr/>
        </p:nvSpPr>
        <p:spPr>
          <a:xfrm>
            <a:off x="3962952" y="2903732"/>
            <a:ext cx="2123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Noto Sans CJK TC</a:t>
            </a:r>
            <a:endParaRPr lang="en-TW" dirty="0">
              <a:latin typeface="Noto Sans CJK TC" panose="020B0500000000000000" pitchFamily="34" charset="-128"/>
              <a:ea typeface="Noto Sans CJK TC" panose="020B0500000000000000" pitchFamily="34" charset="-128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850203-02ED-0747-99EF-89FA309F533B}"/>
              </a:ext>
            </a:extLst>
          </p:cNvPr>
          <p:cNvSpPr/>
          <p:nvPr/>
        </p:nvSpPr>
        <p:spPr>
          <a:xfrm>
            <a:off x="3621687" y="3582877"/>
            <a:ext cx="241738" cy="2417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4</a:t>
            </a:r>
            <a:endParaRPr lang="en-TW" dirty="0">
              <a:latin typeface="Noto Sans CJK TC" panose="020B0500000000000000" pitchFamily="34" charset="-128"/>
              <a:ea typeface="Noto Sans CJK TC" panose="020B0500000000000000" pitchFamily="34" charset="-128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933D26-75DE-3441-B7C8-FACDED18C44E}"/>
              </a:ext>
            </a:extLst>
          </p:cNvPr>
          <p:cNvSpPr txBox="1"/>
          <p:nvPr/>
        </p:nvSpPr>
        <p:spPr>
          <a:xfrm>
            <a:off x="3972633" y="3519080"/>
            <a:ext cx="2123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Starry</a:t>
            </a:r>
            <a:endParaRPr lang="en-TW" dirty="0">
              <a:latin typeface="Noto Sans CJK TC" panose="020B0500000000000000" pitchFamily="34" charset="-128"/>
              <a:ea typeface="Noto Sans CJK TC" panose="020B0500000000000000" pitchFamily="34" charset="-128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61B3459-E992-2243-B6E9-7623BF99605C}"/>
              </a:ext>
            </a:extLst>
          </p:cNvPr>
          <p:cNvSpPr/>
          <p:nvPr/>
        </p:nvSpPr>
        <p:spPr>
          <a:xfrm>
            <a:off x="3621204" y="4158724"/>
            <a:ext cx="241738" cy="2417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5</a:t>
            </a:r>
            <a:endParaRPr lang="en-TW" dirty="0">
              <a:latin typeface="Noto Sans CJK TC" panose="020B0500000000000000" pitchFamily="34" charset="-128"/>
              <a:ea typeface="Noto Sans CJK TC" panose="020B0500000000000000" pitchFamily="34" charset="-128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51E631-C29A-A745-A11C-504C076F81AC}"/>
              </a:ext>
            </a:extLst>
          </p:cNvPr>
          <p:cNvSpPr txBox="1"/>
          <p:nvPr/>
        </p:nvSpPr>
        <p:spPr>
          <a:xfrm>
            <a:off x="3972150" y="4094927"/>
            <a:ext cx="2123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Noto Sans CJK TC" panose="020B0500000000000000" pitchFamily="34" charset="-128"/>
                <a:ea typeface="Noto Sans CJK TC" panose="020B0500000000000000" pitchFamily="34" charset="-128"/>
              </a:rPr>
              <a:t>R</a:t>
            </a:r>
            <a:endParaRPr lang="en-TW" dirty="0">
              <a:latin typeface="Noto Sans CJK TC" panose="020B0500000000000000" pitchFamily="34" charset="-128"/>
              <a:ea typeface="Noto Sans CJK TC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457006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spDef>
      <a:spPr>
        <a:solidFill>
          <a:schemeClr val="accent5">
            <a:lumMod val="40000"/>
            <a:lumOff val="6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2"/>
        </a:fontRef>
      </a:style>
    </a:spDef>
  </a:objectDefaults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</TotalTime>
  <Words>63</Words>
  <Application>Microsoft Macintosh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Noto Sans CJK TC</vt:lpstr>
      <vt:lpstr>Arial</vt:lpstr>
      <vt:lpstr>Trebuchet MS</vt:lpstr>
      <vt:lpstr>Wingdings 3</vt:lpstr>
      <vt:lpstr>Facet</vt:lpstr>
      <vt:lpstr>Starry Web Design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Starry Web Design</dc:title>
  <dc:creator>度 態</dc:creator>
  <cp:lastModifiedBy>度 態</cp:lastModifiedBy>
  <cp:revision>3</cp:revision>
  <dcterms:created xsi:type="dcterms:W3CDTF">2020-04-21T20:59:40Z</dcterms:created>
  <dcterms:modified xsi:type="dcterms:W3CDTF">2020-04-21T21:22:11Z</dcterms:modified>
</cp:coreProperties>
</file>